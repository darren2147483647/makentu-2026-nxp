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embeddedFontLst>
    <p:embeddedFont>
      <p:font typeface="Poppins"/>
      <p:regular r:id="rId11"/>
      <p:bold r:id="rId12"/>
      <p:italic r:id="rId13"/>
      <p:boldItalic r:id="rId14"/>
    </p:embeddedFont>
    <p:embeddedFont>
      <p:font typeface="Poppins Light"/>
      <p:regular r:id="rId15"/>
      <p:bold r:id="rId16"/>
      <p:italic r:id="rId17"/>
      <p:boldItalic r:id="rId18"/>
    </p:embeddedFont>
    <p:embeddedFont>
      <p:font typeface="Poppins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BAUgZnXDGbK4ZVSIUuaD8xslU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bold.fntdata"/><Relationship Id="rId11" Type="http://schemas.openxmlformats.org/officeDocument/2006/relationships/font" Target="fonts/Poppins-regular.fntdata"/><Relationship Id="rId22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21" Type="http://schemas.openxmlformats.org/officeDocument/2006/relationships/font" Target="fonts/PoppinsSemiBold-italic.fntdata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23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PoppinsLight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PoppinsLight-italic.fntdata"/><Relationship Id="rId16" Type="http://schemas.openxmlformats.org/officeDocument/2006/relationships/font" Target="fonts/PoppinsLight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PoppinsSemiBold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 txBox="1"/>
          <p:nvPr/>
        </p:nvSpPr>
        <p:spPr>
          <a:xfrm>
            <a:off x="2002402" y="8700833"/>
            <a:ext cx="1735707" cy="268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3/16/2026 10:34:09 AM</a:t>
            </a:r>
            <a:endParaRPr b="0" i="0" sz="9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" name="Google Shape;6;n"/>
          <p:cNvSpPr txBox="1"/>
          <p:nvPr>
            <p:ph idx="11" type="ftr"/>
          </p:nvPr>
        </p:nvSpPr>
        <p:spPr>
          <a:xfrm>
            <a:off x="712054" y="8700833"/>
            <a:ext cx="3259874" cy="268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2" type="sldNum"/>
          </p:nvPr>
        </p:nvSpPr>
        <p:spPr>
          <a:xfrm>
            <a:off x="310024" y="8700833"/>
            <a:ext cx="416205" cy="268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8" name="Google Shape;8;n"/>
          <p:cNvGrpSpPr/>
          <p:nvPr/>
        </p:nvGrpSpPr>
        <p:grpSpPr>
          <a:xfrm>
            <a:off x="5936457" y="8705967"/>
            <a:ext cx="547861" cy="185337"/>
            <a:chOff x="532238" y="532263"/>
            <a:chExt cx="1522954" cy="515204"/>
          </a:xfrm>
        </p:grpSpPr>
        <p:sp>
          <p:nvSpPr>
            <p:cNvPr id="9" name="Google Shape;9;n"/>
            <p:cNvSpPr/>
            <p:nvPr/>
          </p:nvSpPr>
          <p:spPr>
            <a:xfrm>
              <a:off x="532238" y="532263"/>
              <a:ext cx="584573" cy="515204"/>
            </a:xfrm>
            <a:custGeom>
              <a:rect b="b" l="l" r="r" t="t"/>
              <a:pathLst>
                <a:path extrusionOk="0" h="810006" w="919067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0" name="Google Shape;10;n"/>
            <p:cNvSpPr/>
            <p:nvPr/>
          </p:nvSpPr>
          <p:spPr>
            <a:xfrm>
              <a:off x="1484069" y="532263"/>
              <a:ext cx="571123" cy="515204"/>
            </a:xfrm>
            <a:custGeom>
              <a:rect b="b" l="l" r="r" t="t"/>
              <a:pathLst>
                <a:path extrusionOk="0" h="810006" w="897921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1" name="Google Shape;11;n"/>
            <p:cNvSpPr/>
            <p:nvPr/>
          </p:nvSpPr>
          <p:spPr>
            <a:xfrm>
              <a:off x="1006245" y="532263"/>
              <a:ext cx="588389" cy="515204"/>
            </a:xfrm>
            <a:custGeom>
              <a:rect b="b" l="l" r="r" t="t"/>
              <a:pathLst>
                <a:path extrusionOk="0" h="810006" w="925067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://nxp.com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txBody>
          <a:bodyPr anchorCtr="0" anchor="t" bIns="64000" lIns="91425" spcFirstLastPara="1" rIns="91425" wrap="square" tIns="6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" name="Google Shape;1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4000" lIns="91425" spcFirstLastPara="1" rIns="91425" wrap="square" tIns="6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descr="A rainbow colored lines on a black background&#10;&#10;Description automatically generated" id="18" name="Google Shape;1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</p:pic>
      <p:sp>
        <p:nvSpPr>
          <p:cNvPr id="19" name="Google Shape;19;p6"/>
          <p:cNvSpPr txBox="1"/>
          <p:nvPr>
            <p:ph idx="1" type="body"/>
          </p:nvPr>
        </p:nvSpPr>
        <p:spPr>
          <a:xfrm>
            <a:off x="1343025" y="1616530"/>
            <a:ext cx="5122863" cy="26109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20" name="Google Shape;20;p6"/>
          <p:cNvGrpSpPr/>
          <p:nvPr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21" name="Google Shape;21;p6"/>
            <p:cNvSpPr/>
            <p:nvPr/>
          </p:nvSpPr>
          <p:spPr>
            <a:xfrm>
              <a:off x="532238" y="532263"/>
              <a:ext cx="584573" cy="515204"/>
            </a:xfrm>
            <a:custGeom>
              <a:rect b="b" l="l" r="r" t="t"/>
              <a:pathLst>
                <a:path extrusionOk="0" h="810006" w="919067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2" name="Google Shape;22;p6"/>
            <p:cNvSpPr/>
            <p:nvPr/>
          </p:nvSpPr>
          <p:spPr>
            <a:xfrm>
              <a:off x="1484069" y="532263"/>
              <a:ext cx="571123" cy="515204"/>
            </a:xfrm>
            <a:custGeom>
              <a:rect b="b" l="l" r="r" t="t"/>
              <a:pathLst>
                <a:path extrusionOk="0" h="810006" w="897921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3" name="Google Shape;23;p6"/>
            <p:cNvSpPr/>
            <p:nvPr/>
          </p:nvSpPr>
          <p:spPr>
            <a:xfrm>
              <a:off x="1006245" y="532263"/>
              <a:ext cx="588389" cy="515204"/>
            </a:xfrm>
            <a:custGeom>
              <a:rect b="b" l="l" r="r" t="t"/>
              <a:pathLst>
                <a:path extrusionOk="0" h="810006" w="925067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1343025" y="5223518"/>
            <a:ext cx="5062912" cy="847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3" type="body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" name="Google Shape;26;p6"/>
          <p:cNvSpPr txBox="1"/>
          <p:nvPr/>
        </p:nvSpPr>
        <p:spPr>
          <a:xfrm>
            <a:off x="1343025" y="6292680"/>
            <a:ext cx="5062539" cy="274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b="0" i="0" lang="en-US" sz="800">
                <a:solidFill>
                  <a:srgbClr val="3F3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|  Public  |  </a:t>
            </a:r>
            <a:r>
              <a:rPr b="0" i="0" lang="en-US" sz="800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rPr>
              <a:t>NXP, and the NXP logo are trademarks of NXP B.V. All other product </a:t>
            </a:r>
            <a:br>
              <a:rPr b="0" i="0" lang="en-US" sz="800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0" i="0" lang="en-US" sz="800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rPr>
              <a:t>or service names are the property of their respective owners. © 2024 NXP B.V.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idx="1" type="body"/>
          </p:nvPr>
        </p:nvSpPr>
        <p:spPr>
          <a:xfrm>
            <a:off x="379412" y="376518"/>
            <a:ext cx="11432485" cy="677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2" type="body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| subtitle">
  <p:cSld name="Title | sub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379412" y="376518"/>
            <a:ext cx="11432485" cy="39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" name="Google Shape;33;p10"/>
          <p:cNvSpPr txBox="1"/>
          <p:nvPr>
            <p:ph idx="3" type="body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Burst">
  <p:cSld name="Section Divider - Burs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ainbow colored light beam&#10;&#10;Description automatically generated with medium confidence" id="35" name="Google Shape;3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</p:pic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407988" y="4504637"/>
            <a:ext cx="4230687" cy="847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" name="Google Shape;37;p11"/>
          <p:cNvSpPr txBox="1"/>
          <p:nvPr>
            <p:ph idx="2" type="body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" name="Google Shape;38;p11"/>
          <p:cNvSpPr txBox="1"/>
          <p:nvPr>
            <p:ph idx="3" type="body"/>
          </p:nvPr>
        </p:nvSpPr>
        <p:spPr>
          <a:xfrm>
            <a:off x="407988" y="486750"/>
            <a:ext cx="752219" cy="4838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Image">
  <p:cSld name="Section Divider - Imag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/>
          <p:nvPr/>
        </p:nvSpPr>
        <p:spPr>
          <a:xfrm>
            <a:off x="0" y="0"/>
            <a:ext cx="5749636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407988" y="4504637"/>
            <a:ext cx="4230687" cy="847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" name="Google Shape;42;p12"/>
          <p:cNvSpPr txBox="1"/>
          <p:nvPr>
            <p:ph idx="2" type="body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" name="Google Shape;43;p12"/>
          <p:cNvSpPr txBox="1"/>
          <p:nvPr>
            <p:ph idx="3" type="body"/>
          </p:nvPr>
        </p:nvSpPr>
        <p:spPr>
          <a:xfrm>
            <a:off x="407988" y="486750"/>
            <a:ext cx="752219" cy="4838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" name="Google Shape;44;p12"/>
          <p:cNvSpPr/>
          <p:nvPr>
            <p:ph idx="4" type="pic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+ Image">
  <p:cSld name="1_Content + Imag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6508914" y="1611832"/>
            <a:ext cx="5040860" cy="145463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idx="3" type="body"/>
          </p:nvPr>
        </p:nvSpPr>
        <p:spPr>
          <a:xfrm>
            <a:off x="6503988" y="5589451"/>
            <a:ext cx="5040860" cy="35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4" type="body"/>
          </p:nvPr>
        </p:nvSpPr>
        <p:spPr>
          <a:xfrm>
            <a:off x="400214" y="453700"/>
            <a:ext cx="5045786" cy="3321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5" type="body"/>
          </p:nvPr>
        </p:nvSpPr>
        <p:spPr>
          <a:xfrm>
            <a:off x="404813" y="879717"/>
            <a:ext cx="5045786" cy="2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6" type="body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hank you">
  <p:cSld name="1_Thank you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4000" lIns="91425" spcFirstLastPara="1" rIns="91425" wrap="square" tIns="6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descr="A rainbow colored light on a black background&#10;&#10;Description automatically generated" id="55" name="Google Shape;5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7143"/>
          </a:xfrm>
          <a:prstGeom prst="rect">
            <a:avLst/>
          </a:prstGeom>
          <a:solidFill>
            <a:srgbClr val="FBFBFB"/>
          </a:solidFill>
          <a:ln>
            <a:noFill/>
          </a:ln>
        </p:spPr>
      </p:pic>
      <p:grpSp>
        <p:nvGrpSpPr>
          <p:cNvPr id="56" name="Google Shape;56;p9"/>
          <p:cNvGrpSpPr/>
          <p:nvPr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57" name="Google Shape;57;p9"/>
            <p:cNvSpPr/>
            <p:nvPr/>
          </p:nvSpPr>
          <p:spPr>
            <a:xfrm>
              <a:off x="532238" y="532263"/>
              <a:ext cx="584573" cy="515204"/>
            </a:xfrm>
            <a:custGeom>
              <a:rect b="b" l="l" r="r" t="t"/>
              <a:pathLst>
                <a:path extrusionOk="0" h="810006" w="919067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" name="Google Shape;58;p9"/>
            <p:cNvSpPr/>
            <p:nvPr/>
          </p:nvSpPr>
          <p:spPr>
            <a:xfrm>
              <a:off x="1484069" y="532263"/>
              <a:ext cx="571123" cy="515204"/>
            </a:xfrm>
            <a:custGeom>
              <a:rect b="b" l="l" r="r" t="t"/>
              <a:pathLst>
                <a:path extrusionOk="0" h="810006" w="897921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1006245" y="532263"/>
              <a:ext cx="588389" cy="515204"/>
            </a:xfrm>
            <a:custGeom>
              <a:rect b="b" l="l" r="r" t="t"/>
              <a:pathLst>
                <a:path extrusionOk="0" h="810006" w="925067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60" name="Google Shape;60;p9">
            <a:hlinkClick r:id="rId3"/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fmla="val 50000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64000" lIns="91425" spcFirstLastPara="1" rIns="914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F3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nxp.com</a:t>
            </a:r>
            <a:endParaRPr/>
          </a:p>
        </p:txBody>
      </p:sp>
      <p:sp>
        <p:nvSpPr>
          <p:cNvPr id="61" name="Google Shape;61;p9"/>
          <p:cNvSpPr txBox="1"/>
          <p:nvPr/>
        </p:nvSpPr>
        <p:spPr>
          <a:xfrm>
            <a:off x="1343025" y="6292680"/>
            <a:ext cx="5062539" cy="274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b="0" i="0" lang="en-US" sz="800">
                <a:solidFill>
                  <a:srgbClr val="3F3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|  Public  |  </a:t>
            </a:r>
            <a:r>
              <a:rPr b="0" i="0" lang="en-US" sz="800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rPr>
              <a:t>NXP, and the NXP logo are trademarks of NXP B.V. All other product </a:t>
            </a:r>
            <a:br>
              <a:rPr b="0" i="0" lang="en-US" sz="800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0" i="0" lang="en-US" sz="800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rPr>
              <a:t>or service names are the property of their respective owners. © 2024 NXP B.V.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"/>
          <p:cNvSpPr txBox="1"/>
          <p:nvPr/>
        </p:nvSpPr>
        <p:spPr>
          <a:xfrm>
            <a:off x="628624" y="6400258"/>
            <a:ext cx="4057067" cy="171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9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r>
              <a:rPr b="1" i="0" lang="en-US"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|  NXP  |  </a:t>
            </a:r>
            <a:r>
              <a:rPr b="0" i="0" lang="en-US" sz="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Public</a:t>
            </a:r>
            <a:endParaRPr/>
          </a:p>
        </p:txBody>
      </p:sp>
      <p:sp>
        <p:nvSpPr>
          <p:cNvPr id="14" name="Google Shape;14;p5"/>
          <p:cNvSpPr txBox="1"/>
          <p:nvPr/>
        </p:nvSpPr>
        <p:spPr>
          <a:xfrm>
            <a:off x="407988" y="6400258"/>
            <a:ext cx="164667" cy="171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9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‹#›</a:t>
            </a:fld>
            <a:endParaRPr b="0" i="0" sz="8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  <p15:guide id="5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nxp.com/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www.nxp.com/security/login?TARGET=https%3A%2F%2Fwww.nxp.com%2F" TargetMode="External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idx="1" type="body"/>
          </p:nvPr>
        </p:nvSpPr>
        <p:spPr>
          <a:xfrm>
            <a:off x="1343025" y="1616530"/>
            <a:ext cx="5122863" cy="26109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</a:pPr>
            <a:r>
              <a:rPr lang="en-US"/>
              <a:t>NXP Development Platform Data for MakeNTU 2026</a:t>
            </a:r>
            <a:endParaRPr/>
          </a:p>
        </p:txBody>
      </p:sp>
      <p:sp>
        <p:nvSpPr>
          <p:cNvPr id="67" name="Google Shape;67;p1"/>
          <p:cNvSpPr txBox="1"/>
          <p:nvPr>
            <p:ph idx="3" type="body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Update by March 13,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idx="1" type="body"/>
          </p:nvPr>
        </p:nvSpPr>
        <p:spPr>
          <a:xfrm>
            <a:off x="379412" y="376518"/>
            <a:ext cx="11432485" cy="677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>
                <a:latin typeface="Poppins SemiBold"/>
                <a:ea typeface="Poppins SemiBold"/>
                <a:cs typeface="Poppins SemiBold"/>
                <a:sym typeface="Poppins SemiBold"/>
              </a:rPr>
              <a:t>Important Reminder: Apply NXP Account 申請帳號 – 以郵件信箱申請</a:t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379412" y="1285875"/>
            <a:ext cx="107648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1: NXP 官網 </a:t>
            </a:r>
            <a:r>
              <a:rPr lang="en-US" sz="18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https://www.nxp.com/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2: 點擊Sign In/Register 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4" name="Google Shape;74;p2"/>
          <p:cNvGrpSpPr/>
          <p:nvPr/>
        </p:nvGrpSpPr>
        <p:grpSpPr>
          <a:xfrm>
            <a:off x="495300" y="2375113"/>
            <a:ext cx="6276975" cy="2596938"/>
            <a:chOff x="1295400" y="2060149"/>
            <a:chExt cx="7391400" cy="3197013"/>
          </a:xfrm>
        </p:grpSpPr>
        <p:pic>
          <p:nvPicPr>
            <p:cNvPr id="75" name="Google Shape;7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95400" y="2336637"/>
              <a:ext cx="7391400" cy="2920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2"/>
            <p:cNvSpPr/>
            <p:nvPr/>
          </p:nvSpPr>
          <p:spPr>
            <a:xfrm>
              <a:off x="7095197" y="2060149"/>
              <a:ext cx="1343953" cy="761362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64000" lIns="91425" spcFirstLastPara="1" rIns="91425" wrap="square" tIns="64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77" name="Google Shape;77;p2"/>
          <p:cNvSpPr txBox="1"/>
          <p:nvPr/>
        </p:nvSpPr>
        <p:spPr>
          <a:xfrm>
            <a:off x="6991350" y="1771650"/>
            <a:ext cx="490537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3:Create Accunt </a:t>
            </a:r>
            <a:r>
              <a:rPr lang="en-US" sz="18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https://www.nxp.com/security/login?TARGET=https%3A%2F%2Fwww.nxp.com%2F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Email is required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" name="Google Shape;7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24675" y="2899041"/>
            <a:ext cx="5192979" cy="1996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idx="2" type="body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 txBox="1"/>
          <p:nvPr>
            <p:ph idx="1" type="body"/>
          </p:nvPr>
        </p:nvSpPr>
        <p:spPr>
          <a:xfrm>
            <a:off x="379413" y="376238"/>
            <a:ext cx="114331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>
                <a:latin typeface="Poppins SemiBold"/>
                <a:ea typeface="Poppins SemiBold"/>
                <a:cs typeface="Poppins SemiBold"/>
                <a:sym typeface="Poppins SemiBold"/>
              </a:rPr>
              <a:t>Tooling &amp; Training materials download link:</a:t>
            </a:r>
            <a:endParaRPr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379412" y="1386365"/>
            <a:ext cx="105933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https://drive.google.com/drive/folders/1bdupMNYFyNgSO0oJRCgWrjLL3mOfAdEk?usp=sharing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NXP Palette">
      <a:dk1>
        <a:srgbClr val="000000"/>
      </a:dk1>
      <a:lt1>
        <a:srgbClr val="FFFFFF"/>
      </a:lt1>
      <a:dk2>
        <a:srgbClr val="252525"/>
      </a:dk2>
      <a:lt2>
        <a:srgbClr val="F7F4F0"/>
      </a:lt2>
      <a:accent1>
        <a:srgbClr val="F8B500"/>
      </a:accent1>
      <a:accent2>
        <a:srgbClr val="69CA00"/>
      </a:accent2>
      <a:accent3>
        <a:srgbClr val="01B2D7"/>
      </a:accent3>
      <a:accent4>
        <a:srgbClr val="FE7300"/>
      </a:accent4>
      <a:accent5>
        <a:srgbClr val="00A602"/>
      </a:accent5>
      <a:accent6>
        <a:srgbClr val="0067D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NXP Palette">
      <a:dk1>
        <a:srgbClr val="000000"/>
      </a:dk1>
      <a:lt1>
        <a:srgbClr val="FFFFFF"/>
      </a:lt1>
      <a:dk2>
        <a:srgbClr val="252525"/>
      </a:dk2>
      <a:lt2>
        <a:srgbClr val="F7F4F0"/>
      </a:lt2>
      <a:accent1>
        <a:srgbClr val="F8B500"/>
      </a:accent1>
      <a:accent2>
        <a:srgbClr val="69CA00"/>
      </a:accent2>
      <a:accent3>
        <a:srgbClr val="01B2D7"/>
      </a:accent3>
      <a:accent4>
        <a:srgbClr val="FE7300"/>
      </a:accent4>
      <a:accent5>
        <a:srgbClr val="00A602"/>
      </a:accent5>
      <a:accent6>
        <a:srgbClr val="0067D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2024-03-01T07:54:35Z</dcterms:created>
  <dc:creator>Jenny YC Chen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0x010100A9997E672C0D9F4EAE4ED11496F2F3DF</vt:lpwstr>
  </property>
</Properties>
</file>